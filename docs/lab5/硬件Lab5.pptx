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87" r:id="rId4"/>
    <p:sldId id="294" r:id="rId5"/>
    <p:sldId id="28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D2409-0189-415A-B044-3E6A6F52C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26AF5-95A0-459F-9DCC-3488B3C4AD2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LAB5: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双发射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实验目标</a:t>
            </a:r>
            <a:endParaRPr lang="zh-CN" altLang="en-US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在完成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LAB4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流水线的基础上，将处理器由单发射改为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双发射。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为了使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正常运行，你可能需要在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core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中添加新端口或新逻辑电路。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双发射流水线的应当能够以最高</a:t>
            </a:r>
            <a:r>
              <a:rPr lang="en-US" alt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IPC=2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的效率进行运行，请特别注意你实现的处理器是否是</a:t>
            </a:r>
            <a:r>
              <a:rPr lang="en-US" alt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伪双发射</a:t>
            </a:r>
            <a:r>
              <a:rPr lang="en-US" alt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实验提示</a:t>
            </a:r>
            <a:endParaRPr lang="zh-CN" altLang="en-US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9917"/>
            <a:ext cx="10515600" cy="5052958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尽管双发射处理器有两条并行流水线，但访存仍然是单端口，你的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cache</a:t>
            </a:r>
            <a:r>
              <a:rPr lang="zh-CN" altLang="en-US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memctrl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模块都需要适配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逻辑。</a:t>
            </a:r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寄存器文件的端口数目需要改变，且需要注意两个流水线写同一个位置的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情况。</a:t>
            </a:r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转发单元需要同时处理两条流水线的转发，分支预测器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同理</a:t>
            </a:r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请考虑双发射流水线是否会出现一些单发射没有的数据冒险。（双</a:t>
            </a:r>
            <a:r>
              <a:rPr lang="en-US" altLang="zh-CN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ID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阶段）</a:t>
            </a:r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请仔细考虑，双发射条件下，如何处理延迟槽问题，如何处理寄存器的</a:t>
            </a:r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冲刷。</a:t>
            </a:r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文件提交</a:t>
            </a:r>
            <a:endParaRPr lang="zh-CN" altLang="en-US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>
                <a:latin typeface="仿宋" panose="02010609060101010101" pitchFamily="49" charset="-122"/>
                <a:ea typeface="仿宋" panose="02010609060101010101" pitchFamily="49" charset="-122"/>
              </a:rPr>
              <a:t>LAB5</a:t>
            </a:r>
            <a:r>
              <a:rPr lang="zh-CN" altLang="en-US">
                <a:latin typeface="仿宋" panose="02010609060101010101" pitchFamily="49" charset="-122"/>
                <a:ea typeface="仿宋" panose="02010609060101010101" pitchFamily="49" charset="-122"/>
              </a:rPr>
              <a:t>实验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截止日期为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22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日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23:59,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每位同学需要上传一个压缩包，命名为“学号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_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姓名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_LAB5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”，包含：</a:t>
            </a:r>
            <a:b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修改后的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source_1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文件夹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请确保其包含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IP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核以及所有除仿真相关的源文件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b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个测试对应的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</a:rPr>
              <a:t>wcfg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文件和仿真最后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regs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信号截图</a:t>
            </a:r>
            <a:b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寻找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labf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测试循环第一次读指令和循环过程中读指令的相关仿真信息，指出添加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分支预测器后两者关键区别。</a:t>
            </a:r>
            <a:b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50800"/>
      </a:spPr>
      <a:bodyPr rtlCol="0" anchor="ctr"/>
      <a:lstStyle>
        <a:defPPr algn="ctr">
          <a:defRPr b="1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080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WPS 演示</Application>
  <PresentationFormat>宽屏</PresentationFormat>
  <Paragraphs>21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仿宋</vt:lpstr>
      <vt:lpstr>等线</vt:lpstr>
      <vt:lpstr>微软雅黑</vt:lpstr>
      <vt:lpstr>Arial Unicode MS</vt:lpstr>
      <vt:lpstr>等线 Light</vt:lpstr>
      <vt:lpstr>Calibri</vt:lpstr>
      <vt:lpstr>Office 主题​​</vt:lpstr>
      <vt:lpstr>LAB4:分支预测</vt:lpstr>
      <vt:lpstr>实验目标</vt:lpstr>
      <vt:lpstr>实验提示</vt:lpstr>
      <vt:lpstr>文件提交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chenlongyi2517@outlook.com</dc:creator>
  <cp:lastModifiedBy>134217728</cp:lastModifiedBy>
  <cp:revision>18</cp:revision>
  <dcterms:created xsi:type="dcterms:W3CDTF">2026-03-05T12:31:00Z</dcterms:created>
  <dcterms:modified xsi:type="dcterms:W3CDTF">2026-06-04T05:46:53Z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145FC5891F92416382F8C7521A0CDBEC_12</vt:lpwstr>
  </property>
  <property fmtid="{D5CDD505-2E9C-101B-9397-08002B2CF9AE}" pid="3" name="KSOProductBuildVer">
    <vt:lpwstr>2052-12.1.0.26375</vt:lpwstr>
  </property>
</Properties>
</file>